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873A"/>
                </a:solidFill>
                <a:latin typeface="Calibri"/>
              </a:rPr>
              <a:t>CMP6207  ·  MODERN DATA STORES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 document store for
household automations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5DEEC"/>
                </a:solidFill>
                <a:latin typeface="Calibri"/>
              </a:rPr>
              <a:t>MongoDB replica set rs0, MQTT, and a Node.js rule engine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Shekhar Lamichhane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The pump is switched on, then left alone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A 1,000 litre roof tank can overflow, run dry, or spin while no water moves.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Each sensor sends a different reading: level, flow, pump state, or inlet presence.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The same home also has a study desk and a living-room air conditioner.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The record that matters after a failure is the incident, not every sensor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One API, three databases, one replica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smart_water keeps the roof tank. It warns at 90% and stops the pump at 98%.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smart_focus turns the desk lamp to 6500 K at full brightness when someone sits down.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smart_climate starts cooling above 28°C and stops at 26°C.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Sensors are simulated. The status page and Telegram talk only to the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A reading comes in. A command can go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Simulator publishes one MQTT message per device.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The API checks the topic, validates the reading, and stores telemetry at w:1.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device_latest is replaced, then only that subsystem's rules run.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A cutoff or a button press publishes a command at QoS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The reading stays a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Flexible payload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telemetry.reading changes with device_type. Level, flow, presence, lamp, and temperature do not share one row of nulls.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6344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6344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Latest, not a scan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device_latest holds the current value. The page and the rules read that. History stays in telemetry for the charts.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9768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9768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Derived litres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Litres and minutes to cutoff are calculated on read from the 1,000 L capacity. They are not a separate sensor.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Water rules, in the order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Warning at 90% with the pump on: an incident, no command.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Overflow at 98%: pump off. Dry-run: pump on and no inlet water, so the pump stops.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Pump failure: pump on, water present, almost no flow, level not rising.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Abnormal flow: pump off and water still moving. Low tank at 15%: incident only.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If an off command is ignored for 30 seconds, the open incident becomes a confirmed 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OTHER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Same engine, different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Study desk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Presence true sets the lamp to study mode. Presence false turns it off. The rule does not repeat while the lamp is already in that 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6344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6344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7512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Living room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Cooling starts only when the room is above 28°C and the unit is off. It stops at 26°C while cooling, so it does not chatter at one threshold.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9768" y="1463040"/>
            <a:ext cx="3608832" cy="4480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9768" y="1463040"/>
            <a:ext cx="3608832" cy="73152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0936" y="1719072"/>
            <a:ext cx="32430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35F"/>
                </a:solidFill>
                <a:latin typeface="Calibri"/>
              </a:rPr>
              <a:t>One open incident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C2433"/>
                </a:solidFill>
                <a:latin typeface="Calibri"/>
              </a:rPr>
              <a:t>A rule is skipped while an incident for that rule_id is still open. An old fault can hide a new alert until it is closed.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REPLICA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rs0 already has three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Ports 27017, 27018, and 27019. One primary, two secondaries. Do not initiate the set again.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The rule engine reads the primary, so it does not act on a stale secondary.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Telemetry uses w:1. Incidents use w:"majority", so a cutoff can survive one node.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The election test is still to record: stop the primary during an overflow and show the incident remains.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NOTIFY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Every incident is stored. Telegram is optional.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A notification is written for a rule and for a manual On or Off.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Telegram is used only when the token is the full BotFather value and the chat id is the person's own id.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The API reads .env at startup. Restart it after either value changes.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If Telegram rejects the token, the alert still appears on the Alerts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SHOW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One simulator moves one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npm run seed, then npm run dev, then open localhost:3000.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overflow, dry-run, pump-failure, abnormal-flow, and fault are tank cases. Run one at a time.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study sits someone at the desk, then leaves. cool warms the room past 28°C.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433"/>
                </a:solidFill>
                <a:latin typeface="Calibri"/>
              </a:rPr>
              <a:t>If only cool is running, the tank and the desk stay on their last stored readings. Stop cool with Ctrl+C.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873A"/>
                </a:solidFill>
                <a:latin typeface="Calibri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335F"/>
                </a:solidFill>
                <a:latin typeface="Calibri"/>
              </a:rPr>
              <a:t>About 4,000 words, then the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Appraisal of the document model against a relational schema for these readings.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Cluster write-up for rs0, including the failover run once it is saved.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Rules, three databases, and the demonstration cases already observed.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1C2433"/>
                </a:solidFill>
                <a:latin typeface="Calibri"/>
              </a:rPr>
              <a:t>Screenshots go in evidence/. Do not invent an election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D6D86"/>
                </a:solidFill>
                <a:latin typeface="Calibri"/>
              </a:rPr>
              <a:t>CMP6207  ·  Shekhar Lamichhane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D6D86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8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The tank still stops at 98%.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D5DEEC"/>
                </a:solidFill>
                <a:latin typeface="Calibri"/>
              </a:rPr>
              <a:t>The desk and the living room use the same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Household automations on MongoDB rs0</dc:title>
  <dc:subject>CMP6207 Modern Data Stores</dc:subject>
  <dc:creator>Shekhar Lamichhane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